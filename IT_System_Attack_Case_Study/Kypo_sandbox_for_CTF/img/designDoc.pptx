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A4413-EB92-458D-90A8-6862723CE92B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21069-9839-49F3-A9DF-E52F1675A38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3125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21069-9839-49F3-A9DF-E52F1675A38E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4406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9CC2-4150-B533-DCB4-F14FB27FD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24EBC-2C5D-D74F-AE62-5947EF8AE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5F683-1F65-F5E6-B041-3FAC8DB9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C3038-A188-5E28-8A0A-241B288D5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7069D-962F-156E-0E3D-37AA4B91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933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3CE6-5A46-A435-3C61-72A4EB36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B31E-8103-6A9B-BE66-FA213DDE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AA5E3-5AC5-A4CA-01A5-254D0B7F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9BBC-54CF-FF33-B784-93852DA6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B7667-34DE-E06E-1CA9-C1ED0BB9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578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182C-1A84-5739-7D52-B8815B18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7615-5988-3723-1C99-58264182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AFCC-DC64-6B04-CEB9-71FC66D1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DED1-628B-36E2-6EAE-C9C2AB58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66D2-764B-B7E8-8212-7C2E4BC2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58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D090-6315-8EA0-D9B1-B4C5AD65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18C9A-58FA-73AA-AD9A-E838344E4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D7186-E56F-39F7-11AB-3BD7D2687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BED0-37B6-63AB-E971-C770743B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039A4-E99F-5C07-28FB-E1FCD26A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434CE-569F-EB58-736E-62C18579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04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8A52-8F7B-8584-8DD8-CE405C0A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84604-D3FC-4A2D-B4AB-757B27347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4D45E-08DE-03FA-762E-00ABFC466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E42C4-3882-20DF-1CC5-BE12FF049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683C0-C6F1-AFA4-A0D7-6CEFBEF0D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B0A07-85FA-F44E-9069-40863D4E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8DC78-C1F5-9F6B-EE41-A6E86F7A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C17DC-B668-995C-2F4B-B437C143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114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D953-1E7B-4266-A5EE-FDA8CF60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54559-143E-43F4-B39A-C1A90721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D11D3-C8D5-4A2F-C289-C29AEC40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B42F0-6354-D79E-F715-0455359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724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62DF5-CA1B-A761-B5FF-F6F3D455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0E21F-7D1C-8C89-4D78-F1B0ECF6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887AC-9877-4D7D-DC22-B9C55DC0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550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22AC-61E0-37D8-3167-35B8C8C8D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D14C-E430-9A1C-9523-217AC16B2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5702D-C2A7-BD7A-D745-12CACD76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67D52-397E-96B9-F83E-96070FF2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A7601-725C-26FA-3A48-97A7B8C0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3EC18-4DA7-2220-62E8-CD3A2826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364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EDB1-C17C-C4E7-5E1C-30553303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984DB-0B96-51E7-7102-88E78D934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614F2-F70E-B102-E033-CE56BF917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03146-B97A-E96D-AF40-D188B3AD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7E35A-BCA0-74D2-20E9-9738C0C0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6D939-BE66-0C4B-0382-7D03454F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943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43D4-E6D1-F302-65A2-42813C1D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A1359-4599-C447-9027-CAAD793D9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6523-AFC1-3CA2-C2DA-F7295ABD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C95D4-DD63-5370-760A-86C8C5B2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29B11-0AC4-8E02-E9E1-29CD242F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662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7FDFB-795D-168B-91A9-5EE26E720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329F4-67A8-AA18-F0AC-F3530F49A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5F62-5509-28F7-79CA-4C22FA6F5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3607B-E97D-FC2D-72D9-05DE466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F090-C3DA-4202-85EA-FAA87B30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911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67815-38F3-5D08-0F2B-37BF22B4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CA1A9-EF39-611C-4F12-E738B06CB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01B79-79A1-2EBB-31E5-615602AB5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09F8C-6821-4A27-BDDC-26405946E34A}" type="datetimeFigureOut">
              <a:rPr lang="en-SG" smtClean="0"/>
              <a:t>16/11/2025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6948A-AA13-9058-DFCA-90DA71235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72225-2FC6-02C8-5A9A-F80809A9B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41FB4-6FA9-4021-A18A-BF6178B2D5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856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691813B0-8EBF-4D68-6873-207520536B5B}"/>
              </a:ext>
            </a:extLst>
          </p:cNvPr>
          <p:cNvSpPr/>
          <p:nvPr/>
        </p:nvSpPr>
        <p:spPr>
          <a:xfrm>
            <a:off x="603505" y="512064"/>
            <a:ext cx="10799064" cy="58430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6355B2-EC42-77BA-60C1-4C15312FE611}"/>
              </a:ext>
            </a:extLst>
          </p:cNvPr>
          <p:cNvSpPr/>
          <p:nvPr/>
        </p:nvSpPr>
        <p:spPr>
          <a:xfrm>
            <a:off x="920087" y="3079129"/>
            <a:ext cx="2902505" cy="12285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A7472-D814-B0DE-D6BA-84E9A08D6A20}"/>
              </a:ext>
            </a:extLst>
          </p:cNvPr>
          <p:cNvSpPr txBox="1"/>
          <p:nvPr/>
        </p:nvSpPr>
        <p:spPr>
          <a:xfrm>
            <a:off x="805521" y="854862"/>
            <a:ext cx="10482880" cy="4616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Kypo</a:t>
            </a:r>
            <a:r>
              <a:rPr lang="en-US" sz="2400" b="1" dirty="0"/>
              <a:t>-CRP Penetration Test CTF Challenge Write Up : The Secret Laboratory</a:t>
            </a:r>
            <a:endParaRPr lang="en-SG" sz="24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68FD18-8C5A-98BE-79EE-CBC71448EEEE}"/>
              </a:ext>
            </a:extLst>
          </p:cNvPr>
          <p:cNvSpPr/>
          <p:nvPr/>
        </p:nvSpPr>
        <p:spPr>
          <a:xfrm>
            <a:off x="4032778" y="1637692"/>
            <a:ext cx="2684853" cy="7252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Task Q1: Network Probing (Target Discovery)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F99C2E-7029-E301-75C8-5A122C425363}"/>
              </a:ext>
            </a:extLst>
          </p:cNvPr>
          <p:cNvSpPr/>
          <p:nvPr/>
        </p:nvSpPr>
        <p:spPr>
          <a:xfrm>
            <a:off x="7362102" y="1604927"/>
            <a:ext cx="3373076" cy="72523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Task Q2 : Target Service Scanning (Service Enumeration)</a:t>
            </a:r>
            <a:endParaRPr lang="en-SG" sz="16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8DE438-61EE-6606-083F-CC127CCB4416}"/>
              </a:ext>
            </a:extLst>
          </p:cNvPr>
          <p:cNvSpPr/>
          <p:nvPr/>
        </p:nvSpPr>
        <p:spPr>
          <a:xfrm>
            <a:off x="4093688" y="2926157"/>
            <a:ext cx="2065602" cy="72523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Task Q3 : Identify the Vulnerability</a:t>
            </a:r>
            <a:endParaRPr lang="en-SG" sz="16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09AD0D-D284-BC05-8264-4756B188F772}"/>
              </a:ext>
            </a:extLst>
          </p:cNvPr>
          <p:cNvSpPr/>
          <p:nvPr/>
        </p:nvSpPr>
        <p:spPr>
          <a:xfrm>
            <a:off x="6477291" y="2899843"/>
            <a:ext cx="1939523" cy="72523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Task Q4 : Exploit the Vulnerability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4C6916-90FB-FCBB-4FFF-014E58F5E76A}"/>
              </a:ext>
            </a:extLst>
          </p:cNvPr>
          <p:cNvSpPr/>
          <p:nvPr/>
        </p:nvSpPr>
        <p:spPr>
          <a:xfrm>
            <a:off x="8796528" y="2904375"/>
            <a:ext cx="2118791" cy="7425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Task Q5: Find the Secret Information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681E14B-4131-CC03-B3EC-45A305C74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54" y="1588450"/>
            <a:ext cx="2902506" cy="122850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0" name="Picture 2" descr="CTFd Portable Challenges Plugin - IT DIY, Pentesting, Cyber Security">
            <a:extLst>
              <a:ext uri="{FF2B5EF4-FFF2-40B4-BE49-F238E27FC236}">
                <a16:creationId xmlns:a16="http://schemas.microsoft.com/office/drawing/2014/main" id="{33F14514-5DC8-4FFB-1F56-FDB2BE79E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05" y="3304024"/>
            <a:ext cx="2603701" cy="953536"/>
          </a:xfrm>
          <a:prstGeom prst="rect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0C028854-FB38-255A-0330-80D579F3B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175" y="4003277"/>
            <a:ext cx="6287074" cy="19536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FACFC1-DD31-C1EA-7B20-04EE2449A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087" y="4582068"/>
            <a:ext cx="2902505" cy="140382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AA575F-4BDF-0967-B096-EA526A24897F}"/>
              </a:ext>
            </a:extLst>
          </p:cNvPr>
          <p:cNvCxnSpPr>
            <a:cxnSpLocks/>
          </p:cNvCxnSpPr>
          <p:nvPr/>
        </p:nvCxnSpPr>
        <p:spPr>
          <a:xfrm>
            <a:off x="6747970" y="1993615"/>
            <a:ext cx="583793" cy="22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E9ECDED-595B-97AB-A6CE-B970A1CBC1F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6789569" y="667086"/>
            <a:ext cx="595992" cy="392215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CEDBE0-BD20-DF42-A2A7-7BDC07C47595}"/>
              </a:ext>
            </a:extLst>
          </p:cNvPr>
          <p:cNvCxnSpPr>
            <a:cxnSpLocks/>
          </p:cNvCxnSpPr>
          <p:nvPr/>
        </p:nvCxnSpPr>
        <p:spPr>
          <a:xfrm>
            <a:off x="6164177" y="3257059"/>
            <a:ext cx="282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804878-D48C-A200-3493-93D042EC5195}"/>
              </a:ext>
            </a:extLst>
          </p:cNvPr>
          <p:cNvCxnSpPr>
            <a:cxnSpLocks/>
          </p:cNvCxnSpPr>
          <p:nvPr/>
        </p:nvCxnSpPr>
        <p:spPr>
          <a:xfrm>
            <a:off x="8416814" y="3263363"/>
            <a:ext cx="3797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315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50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3</cp:revision>
  <dcterms:created xsi:type="dcterms:W3CDTF">2025-08-16T15:12:50Z</dcterms:created>
  <dcterms:modified xsi:type="dcterms:W3CDTF">2025-11-16T08:57:26Z</dcterms:modified>
</cp:coreProperties>
</file>